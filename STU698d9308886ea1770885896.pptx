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5" r:id="rId5"/>
    <p:sldId id="278" r:id="rId6"/>
    <p:sldId id="279" r:id="rId7"/>
    <p:sldId id="262" r:id="rId8"/>
    <p:sldId id="290" r:id="rId9"/>
    <p:sldId id="291" r:id="rId10"/>
    <p:sldId id="286" r:id="rId11"/>
    <p:sldId id="287" r:id="rId12"/>
    <p:sldId id="280" r:id="rId13"/>
    <p:sldId id="288" r:id="rId14"/>
    <p:sldId id="289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4D273-B96F-4650-B81D-47822A67E929}" v="2" dt="2026-07-11T08:02:01.261"/>
    <p1510:client id="{668B56D8-AEE7-41D8-B916-1DA40ECF484E}" v="21" dt="2026-07-11T15:09:05.35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yala Jashmitha" userId="7961277030b3d89d" providerId="LiveId" clId="{9D1669D7-9D5A-4EE1-A474-8017BFF36D7D}"/>
    <pc:docChg chg="undo custSel modSld">
      <pc:chgData name="Miriyala Jashmitha" userId="7961277030b3d89d" providerId="LiveId" clId="{9D1669D7-9D5A-4EE1-A474-8017BFF36D7D}" dt="2026-07-11T15:09:34.055" v="155" actId="20577"/>
      <pc:docMkLst>
        <pc:docMk/>
      </pc:docMkLst>
      <pc:sldChg chg="addSp modSp mod">
        <pc:chgData name="Miriyala Jashmitha" userId="7961277030b3d89d" providerId="LiveId" clId="{9D1669D7-9D5A-4EE1-A474-8017BFF36D7D}" dt="2026-07-11T15:06:25.993" v="144" actId="1076"/>
        <pc:sldMkLst>
          <pc:docMk/>
          <pc:sldMk cId="0" sldId="257"/>
        </pc:sldMkLst>
        <pc:graphicFrameChg chg="add mod modGraphic">
          <ac:chgData name="Miriyala Jashmitha" userId="7961277030b3d89d" providerId="LiveId" clId="{9D1669D7-9D5A-4EE1-A474-8017BFF36D7D}" dt="2026-07-11T15:06:07.329" v="139" actId="20577"/>
          <ac:graphicFrameMkLst>
            <pc:docMk/>
            <pc:sldMk cId="0" sldId="257"/>
            <ac:graphicFrameMk id="3" creationId="{A9F6732A-3EED-BF42-708F-1C0AADD005F1}"/>
          </ac:graphicFrameMkLst>
        </pc:graphicFrameChg>
        <pc:picChg chg="add mod">
          <ac:chgData name="Miriyala Jashmitha" userId="7961277030b3d89d" providerId="LiveId" clId="{9D1669D7-9D5A-4EE1-A474-8017BFF36D7D}" dt="2026-07-11T15:06:25.993" v="144" actId="1076"/>
          <ac:picMkLst>
            <pc:docMk/>
            <pc:sldMk cId="0" sldId="257"/>
            <ac:picMk id="6" creationId="{454AA7F7-0D75-9420-88C0-E32A4C7E5482}"/>
          </ac:picMkLst>
        </pc:picChg>
      </pc:sldChg>
      <pc:sldChg chg="addSp delSp modSp mod">
        <pc:chgData name="Miriyala Jashmitha" userId="7961277030b3d89d" providerId="LiveId" clId="{9D1669D7-9D5A-4EE1-A474-8017BFF36D7D}" dt="2026-07-11T14:39:36.140" v="48" actId="1076"/>
        <pc:sldMkLst>
          <pc:docMk/>
          <pc:sldMk cId="0" sldId="262"/>
        </pc:sldMkLst>
        <pc:spChg chg="mod">
          <ac:chgData name="Miriyala Jashmitha" userId="7961277030b3d89d" providerId="LiveId" clId="{9D1669D7-9D5A-4EE1-A474-8017BFF36D7D}" dt="2026-07-11T14:38:52.762" v="42"/>
          <ac:spMkLst>
            <pc:docMk/>
            <pc:sldMk cId="0" sldId="262"/>
            <ac:spMk id="6" creationId="{2E55E460-205B-DB3C-402B-78E3B91CE486}"/>
          </ac:spMkLst>
        </pc:spChg>
        <pc:picChg chg="del">
          <ac:chgData name="Miriyala Jashmitha" userId="7961277030b3d89d" providerId="LiveId" clId="{9D1669D7-9D5A-4EE1-A474-8017BFF36D7D}" dt="2026-07-11T14:30:35.551" v="41" actId="478"/>
          <ac:picMkLst>
            <pc:docMk/>
            <pc:sldMk cId="0" sldId="262"/>
            <ac:picMk id="4" creationId="{CE44A18C-5D7F-0BB2-A424-2A875BB9FB4D}"/>
          </ac:picMkLst>
        </pc:picChg>
        <pc:picChg chg="add mod">
          <ac:chgData name="Miriyala Jashmitha" userId="7961277030b3d89d" providerId="LiveId" clId="{9D1669D7-9D5A-4EE1-A474-8017BFF36D7D}" dt="2026-07-11T14:39:36.140" v="48" actId="1076"/>
          <ac:picMkLst>
            <pc:docMk/>
            <pc:sldMk cId="0" sldId="262"/>
            <ac:picMk id="5" creationId="{B8548A36-23BE-85D7-7CEE-100B93564A08}"/>
          </ac:picMkLst>
        </pc:picChg>
      </pc:sldChg>
      <pc:sldChg chg="modSp mod">
        <pc:chgData name="Miriyala Jashmitha" userId="7961277030b3d89d" providerId="LiveId" clId="{9D1669D7-9D5A-4EE1-A474-8017BFF36D7D}" dt="2026-07-11T15:09:34.055" v="155" actId="20577"/>
        <pc:sldMkLst>
          <pc:docMk/>
          <pc:sldMk cId="3764405840" sldId="278"/>
        </pc:sldMkLst>
        <pc:spChg chg="mod">
          <ac:chgData name="Miriyala Jashmitha" userId="7961277030b3d89d" providerId="LiveId" clId="{9D1669D7-9D5A-4EE1-A474-8017BFF36D7D}" dt="2026-07-11T15:09:34.055" v="155" actId="20577"/>
          <ac:spMkLst>
            <pc:docMk/>
            <pc:sldMk cId="3764405840" sldId="278"/>
            <ac:spMk id="3" creationId="{4A7608B5-9906-EFCF-959A-E89FC2E3EE19}"/>
          </ac:spMkLst>
        </pc:spChg>
      </pc:sldChg>
      <pc:sldChg chg="addSp delSp modSp mod">
        <pc:chgData name="Miriyala Jashmitha" userId="7961277030b3d89d" providerId="LiveId" clId="{9D1669D7-9D5A-4EE1-A474-8017BFF36D7D}" dt="2026-07-11T14:30:28.974" v="40" actId="1076"/>
        <pc:sldMkLst>
          <pc:docMk/>
          <pc:sldMk cId="2772501912" sldId="279"/>
        </pc:sldMkLst>
        <pc:spChg chg="mod">
          <ac:chgData name="Miriyala Jashmitha" userId="7961277030b3d89d" providerId="LiveId" clId="{9D1669D7-9D5A-4EE1-A474-8017BFF36D7D}" dt="2026-07-11T14:30:28.974" v="40" actId="1076"/>
          <ac:spMkLst>
            <pc:docMk/>
            <pc:sldMk cId="2772501912" sldId="279"/>
            <ac:spMk id="6" creationId="{9D33063B-E442-C97F-0CFB-9A45ADE02406}"/>
          </ac:spMkLst>
        </pc:spChg>
        <pc:picChg chg="del">
          <ac:chgData name="Miriyala Jashmitha" userId="7961277030b3d89d" providerId="LiveId" clId="{9D1669D7-9D5A-4EE1-A474-8017BFF36D7D}" dt="2026-07-11T14:29:58.067" v="36" actId="478"/>
          <ac:picMkLst>
            <pc:docMk/>
            <pc:sldMk cId="2772501912" sldId="279"/>
            <ac:picMk id="4" creationId="{55040235-01F6-2A9E-6E22-5C68FCD50330}"/>
          </ac:picMkLst>
        </pc:picChg>
        <pc:picChg chg="add mod">
          <ac:chgData name="Miriyala Jashmitha" userId="7961277030b3d89d" providerId="LiveId" clId="{9D1669D7-9D5A-4EE1-A474-8017BFF36D7D}" dt="2026-07-11T14:30:21.722" v="39" actId="1076"/>
          <ac:picMkLst>
            <pc:docMk/>
            <pc:sldMk cId="2772501912" sldId="279"/>
            <ac:picMk id="5" creationId="{BF6B115E-814E-27B0-72FD-E5AAA67C834A}"/>
          </ac:picMkLst>
        </pc:picChg>
      </pc:sldChg>
      <pc:sldChg chg="addSp modSp mod">
        <pc:chgData name="Miriyala Jashmitha" userId="7961277030b3d89d" providerId="LiveId" clId="{9D1669D7-9D5A-4EE1-A474-8017BFF36D7D}" dt="2026-07-11T14:53:21.071" v="93" actId="20577"/>
        <pc:sldMkLst>
          <pc:docMk/>
          <pc:sldMk cId="2136706720" sldId="280"/>
        </pc:sldMkLst>
        <pc:spChg chg="add mod">
          <ac:chgData name="Miriyala Jashmitha" userId="7961277030b3d89d" providerId="LiveId" clId="{9D1669D7-9D5A-4EE1-A474-8017BFF36D7D}" dt="2026-07-11T14:52:59.565" v="87" actId="571"/>
          <ac:spMkLst>
            <pc:docMk/>
            <pc:sldMk cId="2136706720" sldId="280"/>
            <ac:spMk id="2" creationId="{AC6D4CDA-A8CA-33AF-2616-28F58B97E023}"/>
          </ac:spMkLst>
        </pc:spChg>
        <pc:spChg chg="add mod">
          <ac:chgData name="Miriyala Jashmitha" userId="7961277030b3d89d" providerId="LiveId" clId="{9D1669D7-9D5A-4EE1-A474-8017BFF36D7D}" dt="2026-07-11T14:53:03.084" v="89" actId="571"/>
          <ac:spMkLst>
            <pc:docMk/>
            <pc:sldMk cId="2136706720" sldId="280"/>
            <ac:spMk id="3" creationId="{2623E0B1-A63C-7AF7-9AB9-6ED6B39C140E}"/>
          </ac:spMkLst>
        </pc:spChg>
        <pc:spChg chg="mod">
          <ac:chgData name="Miriyala Jashmitha" userId="7961277030b3d89d" providerId="LiveId" clId="{9D1669D7-9D5A-4EE1-A474-8017BFF36D7D}" dt="2026-07-11T14:53:21.071" v="93" actId="20577"/>
          <ac:spMkLst>
            <pc:docMk/>
            <pc:sldMk cId="2136706720" sldId="280"/>
            <ac:spMk id="279" creationId="{EAFA16CB-0A72-5AC5-69A0-ABF4A752B43F}"/>
          </ac:spMkLst>
        </pc:spChg>
      </pc:sldChg>
      <pc:sldChg chg="addSp delSp modSp mod">
        <pc:chgData name="Miriyala Jashmitha" userId="7961277030b3d89d" providerId="LiveId" clId="{9D1669D7-9D5A-4EE1-A474-8017BFF36D7D}" dt="2026-07-11T15:08:49.038" v="148" actId="20577"/>
        <pc:sldMkLst>
          <pc:docMk/>
          <pc:sldMk cId="2290294991" sldId="285"/>
        </pc:sldMkLst>
        <pc:spChg chg="add del mod">
          <ac:chgData name="Miriyala Jashmitha" userId="7961277030b3d89d" providerId="LiveId" clId="{9D1669D7-9D5A-4EE1-A474-8017BFF36D7D}" dt="2026-07-11T15:08:49.038" v="148" actId="20577"/>
          <ac:spMkLst>
            <pc:docMk/>
            <pc:sldMk cId="2290294991" sldId="285"/>
            <ac:spMk id="2" creationId="{4A1BF701-ABCA-4DF0-8330-B6AF71EF8E39}"/>
          </ac:spMkLst>
        </pc:spChg>
        <pc:spChg chg="add del mod">
          <ac:chgData name="Miriyala Jashmitha" userId="7961277030b3d89d" providerId="LiveId" clId="{9D1669D7-9D5A-4EE1-A474-8017BFF36D7D}" dt="2026-07-11T14:25:45.390" v="5" actId="22"/>
          <ac:spMkLst>
            <pc:docMk/>
            <pc:sldMk cId="2290294991" sldId="285"/>
            <ac:spMk id="5" creationId="{D4EA400A-707F-C8FE-CE1F-A3B638E242B0}"/>
          </ac:spMkLst>
        </pc:spChg>
      </pc:sldChg>
      <pc:sldChg chg="modSp mod">
        <pc:chgData name="Miriyala Jashmitha" userId="7961277030b3d89d" providerId="LiveId" clId="{9D1669D7-9D5A-4EE1-A474-8017BFF36D7D}" dt="2026-07-11T14:50:58.253" v="75" actId="12"/>
        <pc:sldMkLst>
          <pc:docMk/>
          <pc:sldMk cId="917964102" sldId="286"/>
        </pc:sldMkLst>
        <pc:spChg chg="mod">
          <ac:chgData name="Miriyala Jashmitha" userId="7961277030b3d89d" providerId="LiveId" clId="{9D1669D7-9D5A-4EE1-A474-8017BFF36D7D}" dt="2026-07-11T14:50:58.253" v="75" actId="12"/>
          <ac:spMkLst>
            <pc:docMk/>
            <pc:sldMk cId="917964102" sldId="286"/>
            <ac:spMk id="3" creationId="{ED65F54F-855A-0DB6-09A6-3212C5F7405B}"/>
          </ac:spMkLst>
        </pc:spChg>
      </pc:sldChg>
      <pc:sldChg chg="modSp">
        <pc:chgData name="Miriyala Jashmitha" userId="7961277030b3d89d" providerId="LiveId" clId="{9D1669D7-9D5A-4EE1-A474-8017BFF36D7D}" dt="2026-07-11T15:03:42.314" v="106"/>
        <pc:sldMkLst>
          <pc:docMk/>
          <pc:sldMk cId="2605851928" sldId="287"/>
        </pc:sldMkLst>
        <pc:spChg chg="mod">
          <ac:chgData name="Miriyala Jashmitha" userId="7961277030b3d89d" providerId="LiveId" clId="{9D1669D7-9D5A-4EE1-A474-8017BFF36D7D}" dt="2026-07-11T15:03:42.314" v="106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 mod">
        <pc:chgData name="Miriyala Jashmitha" userId="7961277030b3d89d" providerId="LiveId" clId="{9D1669D7-9D5A-4EE1-A474-8017BFF36D7D}" dt="2026-07-11T14:55:50.205" v="101" actId="1076"/>
        <pc:sldMkLst>
          <pc:docMk/>
          <pc:sldMk cId="1229047658" sldId="288"/>
        </pc:sldMkLst>
        <pc:picChg chg="add mod">
          <ac:chgData name="Miriyala Jashmitha" userId="7961277030b3d89d" providerId="LiveId" clId="{9D1669D7-9D5A-4EE1-A474-8017BFF36D7D}" dt="2026-07-11T14:55:50.205" v="101" actId="1076"/>
          <ac:picMkLst>
            <pc:docMk/>
            <pc:sldMk cId="1229047658" sldId="288"/>
            <ac:picMk id="4" creationId="{F95CF3B4-FF6E-3692-BCCB-C37D01690D09}"/>
          </ac:picMkLst>
        </pc:picChg>
        <pc:picChg chg="del">
          <ac:chgData name="Miriyala Jashmitha" userId="7961277030b3d89d" providerId="LiveId" clId="{9D1669D7-9D5A-4EE1-A474-8017BFF36D7D}" dt="2026-07-11T14:55:32.646" v="94" actId="478"/>
          <ac:picMkLst>
            <pc:docMk/>
            <pc:sldMk cId="1229047658" sldId="288"/>
            <ac:picMk id="8" creationId="{98B7D4EA-776B-236A-B369-9337595B3601}"/>
          </ac:picMkLst>
        </pc:picChg>
        <pc:inkChg chg="del">
          <ac:chgData name="Miriyala Jashmitha" userId="7961277030b3d89d" providerId="LiveId" clId="{9D1669D7-9D5A-4EE1-A474-8017BFF36D7D}" dt="2026-07-11T14:55:37.436" v="96" actId="478"/>
          <ac:inkMkLst>
            <pc:docMk/>
            <pc:sldMk cId="1229047658" sldId="288"/>
            <ac:inkMk id="2" creationId="{1C488599-1CDB-6479-4ED5-FDEEC38049D9}"/>
          </ac:inkMkLst>
        </pc:inkChg>
        <pc:inkChg chg="del">
          <ac:chgData name="Miriyala Jashmitha" userId="7961277030b3d89d" providerId="LiveId" clId="{9D1669D7-9D5A-4EE1-A474-8017BFF36D7D}" dt="2026-07-11T14:55:35.493" v="95" actId="478"/>
          <ac:inkMkLst>
            <pc:docMk/>
            <pc:sldMk cId="1229047658" sldId="288"/>
            <ac:inkMk id="5" creationId="{66AD5D31-EDA5-2C50-7CE9-7D1E60A89F54}"/>
          </ac:inkMkLst>
        </pc:inkChg>
      </pc:sldChg>
      <pc:sldChg chg="addSp delSp modSp mod">
        <pc:chgData name="Miriyala Jashmitha" userId="7961277030b3d89d" providerId="LiveId" clId="{9D1669D7-9D5A-4EE1-A474-8017BFF36D7D}" dt="2026-07-11T15:00:29.877" v="105" actId="1076"/>
        <pc:sldMkLst>
          <pc:docMk/>
          <pc:sldMk cId="2506610743" sldId="289"/>
        </pc:sldMkLst>
        <pc:picChg chg="del">
          <ac:chgData name="Miriyala Jashmitha" userId="7961277030b3d89d" providerId="LiveId" clId="{9D1669D7-9D5A-4EE1-A474-8017BFF36D7D}" dt="2026-07-11T15:00:18.329" v="102" actId="478"/>
          <ac:picMkLst>
            <pc:docMk/>
            <pc:sldMk cId="2506610743" sldId="289"/>
            <ac:picMk id="3" creationId="{EFD561C9-9A10-0CBC-DD45-F6895F3DCE5D}"/>
          </ac:picMkLst>
        </pc:picChg>
        <pc:picChg chg="add mod">
          <ac:chgData name="Miriyala Jashmitha" userId="7961277030b3d89d" providerId="LiveId" clId="{9D1669D7-9D5A-4EE1-A474-8017BFF36D7D}" dt="2026-07-11T15:00:29.877" v="105" actId="1076"/>
          <ac:picMkLst>
            <pc:docMk/>
            <pc:sldMk cId="2506610743" sldId="289"/>
            <ac:picMk id="4" creationId="{C56D8C63-C679-4D7C-814C-86D8F1564890}"/>
          </ac:picMkLst>
        </pc:picChg>
      </pc:sldChg>
      <pc:sldChg chg="addSp delSp modSp mod">
        <pc:chgData name="Miriyala Jashmitha" userId="7961277030b3d89d" providerId="LiveId" clId="{9D1669D7-9D5A-4EE1-A474-8017BFF36D7D}" dt="2026-07-11T14:47:43.684" v="54" actId="1076"/>
        <pc:sldMkLst>
          <pc:docMk/>
          <pc:sldMk cId="3866656692" sldId="290"/>
        </pc:sldMkLst>
        <pc:picChg chg="del">
          <ac:chgData name="Miriyala Jashmitha" userId="7961277030b3d89d" providerId="LiveId" clId="{9D1669D7-9D5A-4EE1-A474-8017BFF36D7D}" dt="2026-07-11T14:39:50.374" v="49" actId="478"/>
          <ac:picMkLst>
            <pc:docMk/>
            <pc:sldMk cId="3866656692" sldId="290"/>
            <ac:picMk id="4" creationId="{48B17725-4549-B9F7-5979-FB2F6ACD6F24}"/>
          </ac:picMkLst>
        </pc:picChg>
        <pc:picChg chg="add del mod">
          <ac:chgData name="Miriyala Jashmitha" userId="7961277030b3d89d" providerId="LiveId" clId="{9D1669D7-9D5A-4EE1-A474-8017BFF36D7D}" dt="2026-07-11T14:40:04.362" v="51" actId="478"/>
          <ac:picMkLst>
            <pc:docMk/>
            <pc:sldMk cId="3866656692" sldId="290"/>
            <ac:picMk id="5" creationId="{9CAA3A05-4953-C395-0D8C-E50341209E79}"/>
          </ac:picMkLst>
        </pc:picChg>
        <pc:picChg chg="add mod">
          <ac:chgData name="Miriyala Jashmitha" userId="7961277030b3d89d" providerId="LiveId" clId="{9D1669D7-9D5A-4EE1-A474-8017BFF36D7D}" dt="2026-07-11T14:47:43.684" v="54" actId="1076"/>
          <ac:picMkLst>
            <pc:docMk/>
            <pc:sldMk cId="3866656692" sldId="290"/>
            <ac:picMk id="8" creationId="{273B6C5F-5F8D-072E-03F3-E45CAA2D8F42}"/>
          </ac:picMkLst>
        </pc:picChg>
      </pc:sldChg>
      <pc:sldChg chg="addSp delSp modSp mod">
        <pc:chgData name="Miriyala Jashmitha" userId="7961277030b3d89d" providerId="LiveId" clId="{9D1669D7-9D5A-4EE1-A474-8017BFF36D7D}" dt="2026-07-11T14:49:17.452" v="63" actId="1076"/>
        <pc:sldMkLst>
          <pc:docMk/>
          <pc:sldMk cId="3021295847" sldId="291"/>
        </pc:sldMkLst>
        <pc:spChg chg="mod">
          <ac:chgData name="Miriyala Jashmitha" userId="7961277030b3d89d" providerId="LiveId" clId="{9D1669D7-9D5A-4EE1-A474-8017BFF36D7D}" dt="2026-07-11T14:49:17.452" v="63" actId="1076"/>
          <ac:spMkLst>
            <pc:docMk/>
            <pc:sldMk cId="3021295847" sldId="291"/>
            <ac:spMk id="6" creationId="{AAD7DFAF-625E-F901-EAEA-2265D9FFE8C9}"/>
          </ac:spMkLst>
        </pc:spChg>
        <pc:picChg chg="del">
          <ac:chgData name="Miriyala Jashmitha" userId="7961277030b3d89d" providerId="LiveId" clId="{9D1669D7-9D5A-4EE1-A474-8017BFF36D7D}" dt="2026-07-11T14:47:50.812" v="55" actId="478"/>
          <ac:picMkLst>
            <pc:docMk/>
            <pc:sldMk cId="3021295847" sldId="291"/>
            <ac:picMk id="3" creationId="{76E87798-5014-E6E6-1764-C64F2AF33684}"/>
          </ac:picMkLst>
        </pc:picChg>
        <pc:picChg chg="add mod">
          <ac:chgData name="Miriyala Jashmitha" userId="7961277030b3d89d" providerId="LiveId" clId="{9D1669D7-9D5A-4EE1-A474-8017BFF36D7D}" dt="2026-07-11T14:48:17.195" v="61" actId="1076"/>
          <ac:picMkLst>
            <pc:docMk/>
            <pc:sldMk cId="3021295847" sldId="291"/>
            <ac:picMk id="4" creationId="{8004E17F-1D5A-3051-B5EE-8F95BA6B23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ziya07/power-system-faults-data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</a:t>
            </a:r>
            <a:r>
              <a:rPr lang="en-IN" b="1" i="1" dirty="0"/>
              <a:t>Power System Fault Detection and Classification</a:t>
            </a:r>
            <a:r>
              <a:rPr lang="en-US" b="1" i="1" dirty="0"/>
              <a:t>”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/>
              <a:t>Machine Learning / Electrical Engineering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Power System Fault Detection and Classification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graphicFrame>
        <p:nvGraphicFramePr>
          <p:cNvPr id="3" name="Google Shape;86;p2">
            <a:extLst>
              <a:ext uri="{FF2B5EF4-FFF2-40B4-BE49-F238E27FC236}">
                <a16:creationId xmlns:a16="http://schemas.microsoft.com/office/drawing/2014/main" id="{A9F6732A-3EED-BF42-708F-1C0AADD005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935521"/>
              </p:ext>
            </p:extLst>
          </p:nvPr>
        </p:nvGraphicFramePr>
        <p:xfrm>
          <a:off x="1206162" y="2548637"/>
          <a:ext cx="9395000" cy="21671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KOTHAPALLI GOWRI SHANKAR 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kothapalligourishankar@gmail.com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9059846439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54AA7F7-0D75-9420-88C0-E32A4C7E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724" y="3507448"/>
            <a:ext cx="939800" cy="12083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82212" y="1232526"/>
            <a:ext cx="10795388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dirty="0"/>
              <a:t>Design a machine learning model to detect and classify different types of faults in a power distribution system. Using electrical measurement data (voltage, current, power load, temperature), the model distinguishes between normal operating conditions and various fault conditions (line breakage, transformer failure, overheating).</a:t>
            </a:r>
          </a:p>
          <a:p>
            <a:r>
              <a:rPr lang="en-IN" sz="2000" dirty="0"/>
              <a:t>This will enable rapid and accurate fault identification, which is crucial for maintaining power grid stability and reliability.</a:t>
            </a:r>
          </a:p>
          <a:p>
            <a:endParaRPr lang="en-IN" sz="2000" dirty="0"/>
          </a:p>
          <a:p>
            <a:r>
              <a:rPr lang="en-IN" sz="2000" dirty="0"/>
              <a:t>Dataset –</a:t>
            </a:r>
            <a:br>
              <a:rPr lang="en-IN" sz="2000" dirty="0"/>
            </a:br>
            <a:r>
              <a:rPr lang="en-IN" sz="2000" dirty="0"/>
              <a:t>Kaggle: Power System Faults Dataset</a:t>
            </a:r>
            <a:br>
              <a:rPr lang="en-IN" sz="2000" dirty="0"/>
            </a:br>
            <a:r>
              <a:rPr lang="en-IN" sz="2000" dirty="0">
                <a:hlinkClick r:id="rId3"/>
              </a:rPr>
              <a:t>https://www.kaggle.com/datasets/ziya07/power-system-faults-dataset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Technology – IBM Cloud Lite services (mandatory)</a:t>
            </a:r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1954" y="401529"/>
            <a:ext cx="11220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Statement No.41- </a:t>
            </a:r>
            <a:r>
              <a:rPr lang="en-IN" sz="2400" dirty="0"/>
              <a:t>Power System Fault Detection and Classification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23880" y="979534"/>
            <a:ext cx="10581000" cy="5324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dirty="0"/>
              <a:t>We propose an AI-powered Power System Fault Detection and Classification System built using IBM watsonx.ai Studio and </a:t>
            </a:r>
            <a:r>
              <a:rPr lang="en-IN" sz="2000" dirty="0" err="1"/>
              <a:t>AutoAI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Electrical measurement data, including voltage and current phasor values, was collected and uploaded to the watsonx.ai platform. </a:t>
            </a:r>
            <a:r>
              <a:rPr lang="en-IN" sz="2000" dirty="0" err="1"/>
              <a:t>AutoAI</a:t>
            </a:r>
            <a:r>
              <a:rPr lang="en-IN" sz="2000" dirty="0"/>
              <a:t> automatically handled data preprocessing, feature engineering, algorithm selection, and hyperparameter tuning — eliminating the need for manual coding or model building.</a:t>
            </a:r>
          </a:p>
          <a:p>
            <a:endParaRPr lang="en-IN" sz="2000" dirty="0"/>
          </a:p>
          <a:p>
            <a:r>
              <a:rPr lang="en-IN" sz="2000" dirty="0"/>
              <a:t>Multiple classification pipelines were generated and compared using a ranked leaderboard based on accuracy and cross-validation scores. The best-performing pipeline was selected and trained to classify power system status into categories such as Line Breakage, Overheating, and Transformer Failure.</a:t>
            </a:r>
          </a:p>
          <a:p>
            <a:endParaRPr lang="en-IN" sz="2000" dirty="0"/>
          </a:p>
          <a:p>
            <a:r>
              <a:rPr lang="en-IN" sz="2000" dirty="0"/>
              <a:t>The final model was promoted to a deployment space and published as an online, real-time prediction service on IBM Cloud. It was tested using sample electrical measurement values, and the model returned fault classifications with confidence scores — demonstrating a working end-to-end deployment pipeline for real-world power grid monitoring applications.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23880" y="35530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9494520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b="1" dirty="0"/>
              <a:t>IBM Cloud – </a:t>
            </a:r>
            <a:r>
              <a:rPr lang="en-IN" sz="1800" dirty="0"/>
              <a:t>Provides the infrastructure to build, train, deploy, and scale the fault detection model. IBM Cloud enables a reliable, secure, and scalable environment for deploying machine learning models.</a:t>
            </a:r>
          </a:p>
          <a:p>
            <a:endParaRPr lang="en-IN" sz="1800" dirty="0"/>
          </a:p>
          <a:p>
            <a:r>
              <a:rPr lang="en-IN" sz="1800" b="1" dirty="0"/>
              <a:t>ML Algorithm/Model Used: </a:t>
            </a:r>
            <a:r>
              <a:rPr lang="en-IN" sz="1800" dirty="0"/>
              <a:t>Snap Logistic Regression</a:t>
            </a:r>
          </a:p>
          <a:p>
            <a:endParaRPr lang="en-IN" sz="1800" dirty="0"/>
          </a:p>
          <a:p>
            <a:r>
              <a:rPr lang="en-IN" sz="1800" b="1" dirty="0"/>
              <a:t>Accuracy Obtained: </a:t>
            </a:r>
            <a:r>
              <a:rPr lang="en-IN" sz="1800" dirty="0"/>
              <a:t>0.393 (39.3%)</a:t>
            </a:r>
          </a:p>
          <a:p>
            <a:endParaRPr lang="en-IN" sz="1800" dirty="0"/>
          </a:p>
          <a:p>
            <a:r>
              <a:rPr lang="en-IN" sz="1800" dirty="0"/>
              <a:t>Enhancements and Hyperparameter Tuning: HPO-1 (Hyperparameter Optimization), Feature Engineering (FE), HPO-2</a:t>
            </a:r>
          </a:p>
          <a:p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Note: Accuracy was limited (39.3%) due to weak correlation between the dataset's numeric features and fault type — a common real-world ML challenge tied to data quality.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Training Screenshots-</a:t>
            </a:r>
            <a:endParaRPr sz="2400" b="1"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3063B-E442-C97F-0CFB-9A45ADE02406}"/>
              </a:ext>
            </a:extLst>
          </p:cNvPr>
          <p:cNvSpPr txBox="1"/>
          <p:nvPr/>
        </p:nvSpPr>
        <p:spPr>
          <a:xfrm>
            <a:off x="1059811" y="6007522"/>
            <a:ext cx="76587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Fig: </a:t>
            </a:r>
            <a:r>
              <a:rPr lang="en-IN" dirty="0" err="1"/>
              <a:t>AutoAI</a:t>
            </a:r>
            <a:r>
              <a:rPr lang="en-IN" dirty="0"/>
              <a:t> experiment showing 9 pipelines generated from the training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B115E-814E-27B0-72FD-E5AAA67C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11" y="1016265"/>
            <a:ext cx="10072377" cy="482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Best Model Screenshot: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5E460-205B-DB3C-402B-78E3B91CE486}"/>
              </a:ext>
            </a:extLst>
          </p:cNvPr>
          <p:cNvSpPr txBox="1"/>
          <p:nvPr/>
        </p:nvSpPr>
        <p:spPr>
          <a:xfrm>
            <a:off x="897860" y="6011541"/>
            <a:ext cx="10125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Fig: Pipeline leaderboard — Rank 1: Snap Logistic Regression (0.393).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48A36-23BE-85D7-7CEE-100B93564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842867"/>
            <a:ext cx="10439400" cy="4925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Testing Screenshot: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90E72-F680-EE73-7E6B-0C577577B902}"/>
              </a:ext>
            </a:extLst>
          </p:cNvPr>
          <p:cNvSpPr txBox="1"/>
          <p:nvPr/>
        </p:nvSpPr>
        <p:spPr>
          <a:xfrm>
            <a:off x="914400" y="608625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Fig: Model successfully deployed — status "Deployed", type "Online".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3B6C5F-5F8D-072E-03F3-E45CAA2D8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80" y="934095"/>
            <a:ext cx="10353040" cy="49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C2F13-C09F-1D50-6289-15F22A1D77FA}"/>
              </a:ext>
            </a:extLst>
          </p:cNvPr>
          <p:cNvSpPr txBox="1"/>
          <p:nvPr/>
        </p:nvSpPr>
        <p:spPr>
          <a:xfrm>
            <a:off x="414759" y="207380"/>
            <a:ext cx="281650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Calibri"/>
              </a:rPr>
              <a:t>Testing Screenshot: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7DFAF-625E-F901-EAEA-2265D9FFE8C9}"/>
              </a:ext>
            </a:extLst>
          </p:cNvPr>
          <p:cNvSpPr txBox="1"/>
          <p:nvPr/>
        </p:nvSpPr>
        <p:spPr>
          <a:xfrm>
            <a:off x="697791" y="6128583"/>
            <a:ext cx="789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 4: Model tested with sample input, predicting "Line Breakage" with 39% confidence.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4E17F-1D5A-3051-B5EE-8F95BA6B2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91" y="864992"/>
            <a:ext cx="10796417" cy="51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11186" y="1095248"/>
            <a:ext cx="10769628" cy="5355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dirty="0"/>
              <a:t>This solution offers several advantages over traditional fault detection approaches: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Faster Response Time – </a:t>
            </a:r>
            <a:r>
              <a:rPr lang="en-IN" sz="1800" dirty="0"/>
              <a:t>Automated classification enables near-instant fault detection compared to manual inspection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No-Code AI Development – </a:t>
            </a:r>
            <a:r>
              <a:rPr lang="en-IN" sz="1800" dirty="0" err="1"/>
              <a:t>AutoAI</a:t>
            </a:r>
            <a:r>
              <a:rPr lang="en-IN" sz="1800" dirty="0"/>
              <a:t> builds and optimizes the entire machine learning pipeline without requiring the student to write code, making advanced AI accessible.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Multi-Fault Classification – </a:t>
            </a:r>
            <a:r>
              <a:rPr lang="en-IN" sz="1800" dirty="0"/>
              <a:t>Unlike simple threshold-based relays, this model can distinguish between multiple fault types (line-to-ground, line-to-line, three-phase) in a single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Data-Driven Accuracy – </a:t>
            </a:r>
            <a:r>
              <a:rPr lang="en-IN" sz="1800" dirty="0"/>
              <a:t>The model learns directly from real electrical measurement patterns, improving detection accuracy over static rule-based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Real-World Deployment Ready – </a:t>
            </a:r>
            <a:r>
              <a:rPr lang="en-IN" sz="1800" dirty="0"/>
              <a:t>The model isn't just trained — it's deployed as a live, testable web service, showing practical readiness for integration into grid monitoring systems.</a:t>
            </a:r>
          </a:p>
          <a:p>
            <a:endParaRPr lang="en-IN" sz="1800" dirty="0"/>
          </a:p>
          <a:p>
            <a:r>
              <a:rPr lang="en-IN" sz="1800" dirty="0"/>
              <a:t>Together, these features make the solution both technically sound and practically valuable for improving power grid reliability.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2474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https://github.com/k-shankar0905/power-fault-detection-ps41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721360" y="45188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721360" y="1155898"/>
            <a:ext cx="10454640" cy="52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Integration with Real-Time Grid Sensors – </a:t>
            </a:r>
            <a:r>
              <a:rPr lang="en-IN" sz="2000" dirty="0"/>
              <a:t>The model can be connected to live SCADA or IoT-based grid sensors for continuous, real-time fault monitoring instead of relying on static datasets. 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Automated Protection Systems – </a:t>
            </a:r>
            <a:r>
              <a:rPr lang="en-IN" sz="2000" dirty="0"/>
              <a:t>Future versions could trigger automatic circuit breaker actions or alerts when a fault is detected, reducing response time during emergencies.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Scalability to Larger Networks – </a:t>
            </a:r>
            <a:r>
              <a:rPr lang="en-IN" sz="2000" dirty="0"/>
              <a:t>The same approach can be extended to larger, more complex distribution networks with multiple substations and feeders. 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Continuous Learning – </a:t>
            </a:r>
            <a:r>
              <a:rPr lang="en-IN" sz="2000" dirty="0"/>
              <a:t>As new fault data becomes available, the model can be retrained periodically using IBM watsonx.ai to keep improving its accuracy over time.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Nationwide Grid Protection – </a:t>
            </a:r>
            <a:r>
              <a:rPr lang="en-IN" sz="2000" dirty="0"/>
              <a:t>With further development, this solution has potential to be scaled into a broader smart-grid protection system, improving reliability across regions.</a:t>
            </a:r>
            <a:endParaRPr lang="en-US" sz="1850" b="1" dirty="0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CF3B4-FF6E-3692-BCCB-C37D01690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100" y="711768"/>
            <a:ext cx="7615698" cy="564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D8C63-C679-4D7C-814C-86D8F1564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564" y="903499"/>
            <a:ext cx="8814872" cy="544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824</Words>
  <Application>Microsoft Office PowerPoint</Application>
  <PresentationFormat>Widescreen</PresentationFormat>
  <Paragraphs>71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Miriyala Jashmitha</cp:lastModifiedBy>
  <cp:revision>5</cp:revision>
  <dcterms:created xsi:type="dcterms:W3CDTF">2025-07-08T05:06:56Z</dcterms:created>
  <dcterms:modified xsi:type="dcterms:W3CDTF">2026-07-11T15:09:35Z</dcterms:modified>
</cp:coreProperties>
</file>